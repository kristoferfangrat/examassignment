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9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390" y="-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E26-912D-99B5-DA8C-6BEE1A9F0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34D26-B767-BA5B-9AB4-44F308CFA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12FC7-06E6-0A2C-7508-5926AA22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DAD11-5D89-7995-B722-72354211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6E0B2-4152-D5C5-A184-BB0346CD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1700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BD01-6A01-BC7A-4BF2-B3680022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B9A1D-34CC-666D-46B0-7E337F335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A3168-E40B-5CD9-9833-26F708B1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599D1-14F3-F45B-6B74-A055FE63D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A996B-1178-EB83-96A8-F8F1DB95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9984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A4B3-F39C-FC3B-30CE-C7B3D2F50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16CA4-9F31-6722-3458-4418F1D75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0BE25-A6F5-675E-48BD-3B42079C1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37274-A55A-14EE-C34B-DF3BD9B1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5A7C5-F9C4-F990-FA73-4F9AABCA9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837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19247-F13F-BE02-B96E-17A65844A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755E6-D9F1-AD4C-4E30-62907CD1F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CF58B-2214-926B-6C40-27679D8BA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2D723-C6F7-5579-2542-EA78B26DF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E3779-E1F1-7675-6C3D-89636E47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32C3A-F9F1-1FA3-E04C-E23C6677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5684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1292-C056-757D-A995-4AE3CBAA5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FD9F4-114F-56D9-4AEF-3E23953B7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527FF-4EA6-B758-BA9E-4F1467C4C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98758-C2E2-A6A8-4034-DB174C67EE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0B5A4-D548-C2AA-E224-D7C8E7C82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151DA-1E72-DAD0-F0E4-483FBD58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4F6B74-F898-DCB7-042C-A368887D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D0B9F-C7A9-6685-7EA7-1E48F8FA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429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F304-76A2-2443-774E-8193548E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5F9FC-2964-0F43-CFAB-190BD26D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31FB7-809F-C377-0245-AD24CD14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F23D8-59D6-B9FC-E32E-D9C678A84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10233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510E3-17A7-4ED2-C05B-212ED1D0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FC928B-2BEE-2D52-9F66-0241348BC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F40DB-ADE3-97A1-4BF5-0A5B0FE5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4754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14ED-BCCC-175D-3F30-B95469ED1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3393B-3CAF-3C9E-B7D6-82CCE5FC2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EF8AD-022B-525E-8612-B831F896A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FAC2D-425D-E3C0-81A4-590111EE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31E2E-ED2A-4E6A-E047-4BBD54B7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E57ED-3913-F9F7-A833-F42FC1F2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950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9025-15BC-2134-3D55-5582177A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AEBE3A-47E1-8D73-E4DE-ABBD6B043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0B715-4971-8AA1-B4CA-431B8FF1B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44E06-5827-1261-F6E2-0D03D6BA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53B17-E669-4A6B-F3E6-87A3CA4AE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8D163-F6DF-F9B8-33F5-2C381A09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1995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86E3-513D-83F3-73B7-69197A71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B1655-ACF1-FFA5-44C5-3372BE8C3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32167-EF79-9566-03BA-310BA3EC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3B943-B891-EBC8-EE04-6DFE449D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3E216-B67D-CA7E-9D14-52B5AB8C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6223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D1762D-48E5-527F-C7D9-3E0029386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AFFB8-1156-675F-961C-B66FE70CA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E4144-55E6-2265-CE6B-62AAE162B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CE9AE-77EF-C567-4221-DC462EE30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39A2B-CA8F-DECE-5D71-B9D8FD40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9609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2BC65-8D2B-588D-974F-21E35C306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AE6DB-E252-A17C-9A6F-E2AC08296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C473A-7853-F16C-4C5E-4D27B3675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641E3D-4CAC-4476-A64C-79FCBA56EE47}" type="datetimeFigureOut">
              <a:rPr lang="sv-SE" smtClean="0"/>
              <a:t>2024-05-15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02CE0-0D7F-48F8-1136-5BCF4952F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6530C-41AC-BD34-DB73-3BAC3F0DF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06374-9061-4BA6-A046-99DD639C1E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666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BE6B47-5F2F-C0DD-7925-DB04DC7829B4}"/>
              </a:ext>
            </a:extLst>
          </p:cNvPr>
          <p:cNvSpPr/>
          <p:nvPr/>
        </p:nvSpPr>
        <p:spPr>
          <a:xfrm>
            <a:off x="0" y="0"/>
            <a:ext cx="12390120" cy="7086600"/>
          </a:xfrm>
          <a:prstGeom prst="rect">
            <a:avLst/>
          </a:prstGeom>
          <a:solidFill>
            <a:srgbClr val="8C92A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21117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Kristofer Fangrat</dc:creator>
  <cp:lastModifiedBy>Kristofer Fangrat</cp:lastModifiedBy>
  <cp:revision>1</cp:revision>
  <dcterms:created xsi:type="dcterms:W3CDTF">2024-05-15T11:13:32Z</dcterms:created>
  <dcterms:modified xsi:type="dcterms:W3CDTF">2024-05-15T11:15:31Z</dcterms:modified>
</cp:coreProperties>
</file>